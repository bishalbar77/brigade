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96975" y="57702"/>
            <a:ext cx="8805545" cy="7453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15097" y="2708252"/>
            <a:ext cx="4907280" cy="3168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315575" y="0"/>
            <a:ext cx="1876424" cy="16287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" y="533400"/>
            <a:ext cx="2028498" cy="9688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95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00" spc="-50" dirty="0"/>
              <a:t>Vibeathon</a:t>
            </a:r>
            <a:r>
              <a:rPr sz="3100" spc="-265" dirty="0"/>
              <a:t> </a:t>
            </a:r>
            <a:r>
              <a:rPr sz="3100" spc="-190" dirty="0"/>
              <a:t>6.0</a:t>
            </a:r>
            <a:r>
              <a:rPr sz="3100" spc="-260" dirty="0"/>
              <a:t> </a:t>
            </a:r>
            <a:r>
              <a:rPr sz="3100" spc="-45" dirty="0"/>
              <a:t>(Vibecoding</a:t>
            </a:r>
            <a:r>
              <a:rPr sz="3100" spc="-260" dirty="0"/>
              <a:t> </a:t>
            </a:r>
            <a:r>
              <a:rPr sz="3100" spc="-25" dirty="0"/>
              <a:t>Hackathon)</a:t>
            </a:r>
            <a:r>
              <a:rPr sz="3100" spc="-265" dirty="0"/>
              <a:t> </a:t>
            </a:r>
            <a:r>
              <a:rPr sz="3100" spc="280" dirty="0"/>
              <a:t>–</a:t>
            </a:r>
            <a:r>
              <a:rPr sz="3100" spc="-260" dirty="0"/>
              <a:t> </a:t>
            </a:r>
            <a:r>
              <a:rPr sz="3100" spc="-180" dirty="0"/>
              <a:t>July</a:t>
            </a:r>
            <a:r>
              <a:rPr sz="3100" spc="-260" dirty="0"/>
              <a:t> </a:t>
            </a:r>
            <a:r>
              <a:rPr sz="3100" spc="-30" dirty="0"/>
              <a:t>2026</a:t>
            </a:r>
            <a:endParaRPr sz="3100"/>
          </a:p>
        </p:txBody>
      </p:sp>
      <p:sp>
        <p:nvSpPr>
          <p:cNvPr id="6" name="object 6"/>
          <p:cNvSpPr txBox="1"/>
          <p:nvPr/>
        </p:nvSpPr>
        <p:spPr>
          <a:xfrm>
            <a:off x="155254" y="900931"/>
            <a:ext cx="9472295" cy="5053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68495">
              <a:lnSpc>
                <a:spcPct val="100000"/>
              </a:lnSpc>
              <a:spcBef>
                <a:spcPts val="105"/>
              </a:spcBef>
            </a:pPr>
            <a:r>
              <a:rPr sz="3600" spc="-1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TITLE</a:t>
            </a:r>
            <a:r>
              <a:rPr sz="3600" spc="-3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PAGE</a:t>
            </a:r>
            <a:endParaRPr sz="36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  <a:spcBef>
                <a:spcPts val="435"/>
              </a:spcBef>
            </a:pPr>
            <a:endParaRPr sz="36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</a:pPr>
            <a:r>
              <a:rPr sz="3000" b="1" spc="-6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Team</a:t>
            </a:r>
            <a:r>
              <a:rPr sz="3000" b="1" spc="-2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Name:</a:t>
            </a:r>
            <a:r>
              <a:rPr sz="3000" b="1" spc="-2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[Enter</a:t>
            </a:r>
            <a:r>
              <a:rPr sz="3000" b="1" spc="-2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6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Team</a:t>
            </a:r>
            <a:r>
              <a:rPr sz="3000" b="1" spc="-2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Name]</a:t>
            </a:r>
            <a:endParaRPr sz="3000">
              <a:latin typeface="Trebuchet MS" panose="020B0603020202020204"/>
              <a:cs typeface="Trebuchet MS" panose="020B0603020202020204"/>
            </a:endParaRPr>
          </a:p>
          <a:p>
            <a:pPr marL="12700" marR="594995">
              <a:lnSpc>
                <a:spcPct val="148000"/>
              </a:lnSpc>
            </a:pPr>
            <a:r>
              <a:rPr sz="3000" b="1" spc="-6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Team</a:t>
            </a:r>
            <a:r>
              <a:rPr sz="3000" b="1" spc="-2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Leader</a:t>
            </a:r>
            <a:r>
              <a:rPr sz="3000" b="1" spc="-2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Name:</a:t>
            </a:r>
            <a:r>
              <a:rPr sz="3000" b="1" spc="-2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[Enter</a:t>
            </a:r>
            <a:r>
              <a:rPr sz="3000" b="1" spc="-2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6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Team</a:t>
            </a:r>
            <a:r>
              <a:rPr sz="3000" b="1" spc="-26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Leader</a:t>
            </a:r>
            <a:r>
              <a:rPr sz="3000" b="1" spc="-2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Full</a:t>
            </a:r>
            <a:r>
              <a:rPr sz="3000" b="1" spc="-2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Name] </a:t>
            </a:r>
            <a:r>
              <a:rPr sz="3000" b="1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College</a:t>
            </a:r>
            <a:r>
              <a:rPr sz="3000" b="1" spc="-18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Name:</a:t>
            </a:r>
            <a:r>
              <a:rPr sz="3000" b="1" spc="-18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[Enter</a:t>
            </a:r>
            <a:r>
              <a:rPr sz="3000" b="1" spc="-1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College</a:t>
            </a:r>
            <a:r>
              <a:rPr sz="3000" b="1" spc="-18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Name]</a:t>
            </a:r>
            <a:endParaRPr sz="30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3000" b="1" spc="-9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Year</a:t>
            </a:r>
            <a:r>
              <a:rPr sz="3000" b="1" spc="-26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lang="en-IN" altLang="" sz="3000" b="1" spc="-26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&amp;</a:t>
            </a:r>
            <a:r>
              <a:rPr sz="3000" b="1" spc="-2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5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Department:</a:t>
            </a:r>
            <a:r>
              <a:rPr sz="3000" b="1" spc="-2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[Example:</a:t>
            </a:r>
            <a:r>
              <a:rPr sz="3000" b="1" spc="-26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2nd</a:t>
            </a:r>
            <a:r>
              <a:rPr sz="3000" b="1" spc="-2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9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Year</a:t>
            </a:r>
            <a:r>
              <a:rPr sz="3000" b="1" spc="-2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2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–</a:t>
            </a:r>
            <a:r>
              <a:rPr sz="3000" b="1" spc="-2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5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CSE]</a:t>
            </a:r>
            <a:endParaRPr sz="3000">
              <a:latin typeface="Trebuchet MS" panose="020B0603020202020204"/>
              <a:cs typeface="Trebuchet MS" panose="020B0603020202020204"/>
            </a:endParaRPr>
          </a:p>
          <a:p>
            <a:pPr marL="12700" marR="5080">
              <a:lnSpc>
                <a:spcPct val="148000"/>
              </a:lnSpc>
            </a:pPr>
            <a:r>
              <a:rPr sz="3000" b="1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Problem</a:t>
            </a:r>
            <a:r>
              <a:rPr sz="3000" b="1" spc="-2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Statement</a:t>
            </a:r>
            <a:r>
              <a:rPr sz="3000" b="1" spc="-2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3000" b="1" spc="-2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Project</a:t>
            </a:r>
            <a:r>
              <a:rPr sz="3000" b="1" spc="-2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1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Title:</a:t>
            </a:r>
            <a:r>
              <a:rPr sz="3000" b="1" spc="-2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[Enter</a:t>
            </a:r>
            <a:r>
              <a:rPr sz="3000" b="1" spc="-2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9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Your</a:t>
            </a:r>
            <a:r>
              <a:rPr sz="3000" b="1" spc="-2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Problem </a:t>
            </a:r>
            <a:r>
              <a:rPr sz="3000" b="1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Statement</a:t>
            </a:r>
            <a:r>
              <a:rPr sz="3000" b="1" spc="-2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9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3000" b="1" spc="-2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Project</a:t>
            </a:r>
            <a:r>
              <a:rPr sz="3000" b="1" spc="-2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Title]</a:t>
            </a:r>
            <a:endParaRPr sz="30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271" y="3171"/>
            <a:ext cx="1485899" cy="10572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7599" y="0"/>
            <a:ext cx="914399" cy="98940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144" rIns="0" bIns="0" rtlCol="0">
            <a:spAutoFit/>
          </a:bodyPr>
          <a:lstStyle/>
          <a:p>
            <a:pPr marL="2245995">
              <a:lnSpc>
                <a:spcPct val="100000"/>
              </a:lnSpc>
              <a:spcBef>
                <a:spcPts val="130"/>
              </a:spcBef>
            </a:pPr>
            <a:r>
              <a:rPr spc="75" dirty="0"/>
              <a:t>CURRENT</a:t>
            </a:r>
            <a:r>
              <a:rPr spc="-360" dirty="0"/>
              <a:t> </a:t>
            </a:r>
            <a:r>
              <a:rPr spc="80" dirty="0"/>
              <a:t>PROBLEM</a:t>
            </a:r>
            <a:endParaRPr spc="80" dirty="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572" y="3126603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572" y="3755252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572" y="4383902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1572" y="5012552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572" y="5641202"/>
            <a:ext cx="104775" cy="10477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899920">
              <a:lnSpc>
                <a:spcPct val="150000"/>
              </a:lnSpc>
              <a:spcBef>
                <a:spcPts val="95"/>
              </a:spcBef>
            </a:pPr>
            <a:r>
              <a:rPr spc="-10" dirty="0"/>
              <a:t>Problem</a:t>
            </a:r>
            <a:r>
              <a:rPr spc="-215" dirty="0"/>
              <a:t> </a:t>
            </a:r>
            <a:r>
              <a:rPr spc="-10" dirty="0"/>
              <a:t>Overview </a:t>
            </a:r>
            <a:r>
              <a:rPr spc="75" dirty="0"/>
              <a:t>Who</a:t>
            </a:r>
            <a:r>
              <a:rPr spc="-240" dirty="0"/>
              <a:t> </a:t>
            </a:r>
            <a:r>
              <a:rPr spc="95" dirty="0"/>
              <a:t>Is</a:t>
            </a:r>
            <a:r>
              <a:rPr spc="-235" dirty="0"/>
              <a:t> </a:t>
            </a:r>
            <a:r>
              <a:rPr spc="-10" dirty="0"/>
              <a:t>Affected </a:t>
            </a:r>
            <a:r>
              <a:rPr spc="-30" dirty="0"/>
              <a:t>Current</a:t>
            </a:r>
            <a:r>
              <a:rPr spc="-180" dirty="0"/>
              <a:t> </a:t>
            </a:r>
            <a:r>
              <a:rPr spc="-10" dirty="0"/>
              <a:t>Challenges</a:t>
            </a:r>
            <a:endParaRPr spc="-10" dirty="0"/>
          </a:p>
          <a:p>
            <a:pPr marL="12700" marR="5080">
              <a:lnSpc>
                <a:spcPct val="150000"/>
              </a:lnSpc>
            </a:pPr>
            <a:r>
              <a:rPr spc="-35" dirty="0"/>
              <a:t>Limitations</a:t>
            </a:r>
            <a:r>
              <a:rPr spc="-185" dirty="0"/>
              <a:t> </a:t>
            </a:r>
            <a:r>
              <a:rPr spc="-70" dirty="0"/>
              <a:t>of</a:t>
            </a:r>
            <a:r>
              <a:rPr spc="-180" dirty="0"/>
              <a:t> </a:t>
            </a:r>
            <a:r>
              <a:rPr spc="-40" dirty="0"/>
              <a:t>Existing</a:t>
            </a:r>
            <a:r>
              <a:rPr spc="-180" dirty="0"/>
              <a:t> </a:t>
            </a:r>
            <a:r>
              <a:rPr spc="-10" dirty="0"/>
              <a:t>Solutions </a:t>
            </a:r>
            <a:r>
              <a:rPr spc="-20" dirty="0"/>
              <a:t>Real-</a:t>
            </a:r>
            <a:r>
              <a:rPr dirty="0"/>
              <a:t>World</a:t>
            </a:r>
            <a:r>
              <a:rPr spc="-210" dirty="0"/>
              <a:t> </a:t>
            </a:r>
            <a:r>
              <a:rPr spc="-10" dirty="0"/>
              <a:t>Impact</a:t>
            </a:r>
            <a:endParaRPr spc="-10" dirty="0"/>
          </a:p>
        </p:txBody>
      </p:sp>
      <p:sp>
        <p:nvSpPr>
          <p:cNvPr id="11" name="object 11"/>
          <p:cNvSpPr txBox="1"/>
          <p:nvPr/>
        </p:nvSpPr>
        <p:spPr>
          <a:xfrm>
            <a:off x="242994" y="183884"/>
            <a:ext cx="951865" cy="50482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135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Team</a:t>
            </a:r>
            <a:r>
              <a:rPr sz="135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35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Name</a:t>
            </a:r>
            <a:endParaRPr sz="1350">
              <a:latin typeface="Verdana" panose="020B0604030504040204"/>
              <a:cs typeface="Verdana" panose="020B0604030504040204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35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/</a:t>
            </a:r>
            <a:r>
              <a:rPr sz="135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Logo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277599" y="0"/>
            <a:ext cx="914399" cy="9894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71" y="3171"/>
            <a:ext cx="1485899" cy="10572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5124" y="2609783"/>
            <a:ext cx="1374278" cy="11572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2114" y="301631"/>
            <a:ext cx="793750" cy="4254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Team</a:t>
            </a:r>
            <a:r>
              <a:rPr sz="11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Name</a:t>
            </a:r>
            <a:endParaRPr sz="11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1100" spc="-20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1100" spc="-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Logo</a:t>
            </a:r>
            <a:endParaRPr sz="11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257" rIns="0" bIns="0" rtlCol="0">
            <a:spAutoFit/>
          </a:bodyPr>
          <a:lstStyle/>
          <a:p>
            <a:pPr marL="2461895">
              <a:lnSpc>
                <a:spcPct val="100000"/>
              </a:lnSpc>
              <a:spcBef>
                <a:spcPts val="130"/>
              </a:spcBef>
            </a:pPr>
            <a:r>
              <a:rPr dirty="0"/>
              <a:t>Proposed</a:t>
            </a:r>
            <a:r>
              <a:rPr spc="-100" dirty="0"/>
              <a:t> </a:t>
            </a:r>
            <a:r>
              <a:rPr spc="-10" dirty="0"/>
              <a:t>Solution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2574" y="3699474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2574" y="4118574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2574" y="4537674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2574" y="4956774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2574" y="5375874"/>
            <a:ext cx="104775" cy="1047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96099" y="3486178"/>
            <a:ext cx="3562985" cy="2125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787400">
              <a:lnSpc>
                <a:spcPct val="100000"/>
              </a:lnSpc>
              <a:spcBef>
                <a:spcPts val="130"/>
              </a:spcBef>
            </a:pPr>
            <a:r>
              <a:rPr sz="27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Solution</a:t>
            </a:r>
            <a:r>
              <a:rPr sz="2750" spc="-19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Overview </a:t>
            </a:r>
            <a:r>
              <a:rPr sz="27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How</a:t>
            </a:r>
            <a:r>
              <a:rPr sz="2750" spc="-20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1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It</a:t>
            </a:r>
            <a:r>
              <a:rPr sz="2750" spc="-20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Works</a:t>
            </a:r>
            <a:endParaRPr sz="2750">
              <a:latin typeface="Trebuchet MS" panose="020B0603020202020204"/>
              <a:cs typeface="Trebuchet MS" panose="020B0603020202020204"/>
            </a:endParaRPr>
          </a:p>
          <a:p>
            <a:pPr marL="12700" marR="5080">
              <a:lnSpc>
                <a:spcPct val="100000"/>
              </a:lnSpc>
            </a:pPr>
            <a:r>
              <a:rPr sz="2750" spc="-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Key</a:t>
            </a:r>
            <a:r>
              <a:rPr sz="2750" spc="-2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Features </a:t>
            </a:r>
            <a:r>
              <a:rPr sz="2750" spc="-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Innovative</a:t>
            </a:r>
            <a:r>
              <a:rPr sz="2750" spc="-1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Solution Unique</a:t>
            </a:r>
            <a:r>
              <a:rPr sz="2750" spc="-2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5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Value</a:t>
            </a:r>
            <a:r>
              <a:rPr sz="2750" spc="-2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5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2750" spc="-2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Benefits</a:t>
            </a:r>
            <a:endParaRPr sz="275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277599" y="0"/>
            <a:ext cx="914399" cy="98940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71345">
              <a:lnSpc>
                <a:spcPct val="100000"/>
              </a:lnSpc>
              <a:spcBef>
                <a:spcPts val="130"/>
              </a:spcBef>
            </a:pPr>
            <a:r>
              <a:rPr spc="70" dirty="0"/>
              <a:t>TECHNICAL</a:t>
            </a:r>
            <a:r>
              <a:rPr spc="-385" dirty="0"/>
              <a:t> </a:t>
            </a:r>
            <a:r>
              <a:rPr spc="95" dirty="0"/>
              <a:t>APPROACH</a:t>
            </a:r>
            <a:endParaRPr spc="9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71" y="3171"/>
            <a:ext cx="1485899" cy="10572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2114" y="301631"/>
            <a:ext cx="793750" cy="4254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Team</a:t>
            </a:r>
            <a:r>
              <a:rPr sz="11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Name</a:t>
            </a:r>
            <a:endParaRPr sz="11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1100" spc="-20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1100" spc="-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Logo</a:t>
            </a:r>
            <a:endParaRPr sz="11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4873" y="2797731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4873" y="3216831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4873" y="3635931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4873" y="4055031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4873" y="4474131"/>
            <a:ext cx="104775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18398" y="2584435"/>
            <a:ext cx="3701415" cy="21323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sz="2750" spc="-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Technologies</a:t>
            </a:r>
            <a:r>
              <a:rPr sz="2750" spc="-15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Used </a:t>
            </a:r>
            <a:r>
              <a:rPr sz="2750" spc="-6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Tools</a:t>
            </a:r>
            <a:r>
              <a:rPr sz="2750" spc="-2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lang="en-IN" altLang="" sz="2750" spc="-2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&amp;</a:t>
            </a:r>
            <a:r>
              <a:rPr sz="2750" spc="-2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Frameworks </a:t>
            </a:r>
            <a:r>
              <a:rPr sz="27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System</a:t>
            </a:r>
            <a:r>
              <a:rPr sz="2750" spc="-11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Architecture Methodology</a:t>
            </a:r>
            <a:r>
              <a:rPr sz="2750" spc="-2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5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2750" spc="-2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Workflow </a:t>
            </a:r>
            <a:r>
              <a:rPr sz="27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How</a:t>
            </a:r>
            <a:r>
              <a:rPr sz="2750" spc="-2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750" spc="-2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Idea</a:t>
            </a:r>
            <a:r>
              <a:rPr sz="2750" spc="-2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Works</a:t>
            </a:r>
            <a:endParaRPr sz="275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277599" y="0"/>
            <a:ext cx="914399" cy="98940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96975" y="57702"/>
            <a:ext cx="8805545" cy="6242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97685">
              <a:lnSpc>
                <a:spcPct val="100000"/>
              </a:lnSpc>
              <a:spcBef>
                <a:spcPts val="130"/>
              </a:spcBef>
            </a:pPr>
            <a:r>
              <a:rPr spc="120" dirty="0"/>
              <a:t>Use</a:t>
            </a:r>
            <a:r>
              <a:rPr spc="-340" dirty="0"/>
              <a:t> </a:t>
            </a:r>
            <a:r>
              <a:rPr spc="220" dirty="0"/>
              <a:t>Cases</a:t>
            </a:r>
            <a:r>
              <a:rPr spc="-340" dirty="0"/>
              <a:t> </a:t>
            </a:r>
            <a:r>
              <a:rPr lang="en-IN" spc="-340" dirty="0"/>
              <a:t>&amp;</a:t>
            </a:r>
            <a:r>
              <a:rPr spc="-340" dirty="0"/>
              <a:t> </a:t>
            </a:r>
            <a:r>
              <a:rPr spc="45" dirty="0"/>
              <a:t>Impact</a:t>
            </a:r>
            <a:endParaRPr spc="4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2610" y="2816046"/>
            <a:ext cx="104775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2610" y="3235146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2610" y="3654245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2610" y="4073345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2610" y="4492445"/>
            <a:ext cx="104775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176135" y="2602749"/>
            <a:ext cx="4133215" cy="2125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Key</a:t>
            </a:r>
            <a:r>
              <a:rPr sz="2750" spc="-2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Use</a:t>
            </a:r>
            <a:r>
              <a:rPr sz="2750" spc="-2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1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Cases</a:t>
            </a:r>
            <a:endParaRPr sz="2750">
              <a:latin typeface="Trebuchet MS" panose="020B0603020202020204"/>
              <a:cs typeface="Trebuchet MS" panose="020B0603020202020204"/>
            </a:endParaRPr>
          </a:p>
          <a:p>
            <a:pPr marL="12700" marR="5080">
              <a:lnSpc>
                <a:spcPct val="100000"/>
              </a:lnSpc>
            </a:pPr>
            <a:r>
              <a:rPr sz="2750" spc="-1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Target</a:t>
            </a:r>
            <a:r>
              <a:rPr sz="2750" spc="-25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Users</a:t>
            </a:r>
            <a:r>
              <a:rPr sz="2750" spc="-2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5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2750" spc="-25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Beneficiaries </a:t>
            </a:r>
            <a:r>
              <a:rPr sz="2750" spc="-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Real-</a:t>
            </a:r>
            <a:r>
              <a:rPr sz="2750" spc="-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World</a:t>
            </a:r>
            <a:r>
              <a:rPr sz="2750" spc="-19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Applications </a:t>
            </a:r>
            <a:r>
              <a:rPr sz="2750" spc="-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Expected</a:t>
            </a:r>
            <a:r>
              <a:rPr sz="2750" spc="-20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Impact </a:t>
            </a:r>
            <a:r>
              <a:rPr sz="27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Measurable</a:t>
            </a:r>
            <a:r>
              <a:rPr sz="2750" spc="-1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Outcomes</a:t>
            </a:r>
            <a:endParaRPr sz="275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88" y="0"/>
            <a:ext cx="1485899" cy="10572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47614" y="244532"/>
            <a:ext cx="793750" cy="4254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Team</a:t>
            </a:r>
            <a:r>
              <a:rPr sz="110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Name</a:t>
            </a:r>
            <a:endParaRPr sz="11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1100" spc="-20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1100" spc="-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Logo</a:t>
            </a:r>
            <a:endParaRPr sz="11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277599" y="0"/>
            <a:ext cx="914399" cy="9894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71" y="3171"/>
            <a:ext cx="1485899" cy="10572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3425" y="301631"/>
            <a:ext cx="770890" cy="4254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10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Team</a:t>
            </a:r>
            <a:r>
              <a:rPr sz="1100" spc="-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Name</a:t>
            </a:r>
            <a:endParaRPr sz="1100">
              <a:latin typeface="Trebuchet MS" panose="020B0603020202020204"/>
              <a:cs typeface="Trebuchet MS" panose="020B0603020202020204"/>
            </a:endParaRPr>
          </a:p>
          <a:p>
            <a:pPr algn="ctr">
              <a:lnSpc>
                <a:spcPct val="100000"/>
              </a:lnSpc>
              <a:spcBef>
                <a:spcPts val="255"/>
              </a:spcBef>
            </a:pPr>
            <a:r>
              <a:rPr sz="1100" spc="-20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/</a:t>
            </a:r>
            <a:r>
              <a:rPr sz="1100" spc="-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Logo</a:t>
            </a:r>
            <a:endParaRPr sz="11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796975" y="57702"/>
            <a:ext cx="8805545" cy="6242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60170">
              <a:lnSpc>
                <a:spcPct val="100000"/>
              </a:lnSpc>
              <a:spcBef>
                <a:spcPts val="130"/>
              </a:spcBef>
            </a:pPr>
            <a:r>
              <a:rPr spc="-114" dirty="0"/>
              <a:t>Future</a:t>
            </a:r>
            <a:r>
              <a:rPr spc="-345" dirty="0"/>
              <a:t> </a:t>
            </a:r>
            <a:r>
              <a:rPr spc="95" dirty="0"/>
              <a:t>Scope</a:t>
            </a:r>
            <a:r>
              <a:rPr spc="-345" dirty="0"/>
              <a:t> </a:t>
            </a:r>
            <a:r>
              <a:rPr lang="en-IN" spc="-345" dirty="0"/>
              <a:t>&amp; </a:t>
            </a:r>
            <a:r>
              <a:rPr spc="60" dirty="0"/>
              <a:t>Conclusion</a:t>
            </a:r>
            <a:endParaRPr spc="60"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4193" y="2433887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4193" y="2852987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4193" y="3272087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4193" y="3691187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4193" y="4110287"/>
            <a:ext cx="104775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117718" y="2220591"/>
            <a:ext cx="3841115" cy="21323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sz="2750" spc="-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Future</a:t>
            </a:r>
            <a:r>
              <a:rPr sz="2750" spc="-2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Enhancements </a:t>
            </a:r>
            <a:r>
              <a:rPr sz="2750" spc="-8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Integration</a:t>
            </a:r>
            <a:r>
              <a:rPr sz="2750" spc="-18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Opportunities </a:t>
            </a:r>
            <a:r>
              <a:rPr sz="2750" spc="-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Scalability</a:t>
            </a:r>
            <a:r>
              <a:rPr sz="2750" spc="-229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lang="en-IN" altLang="" sz="2750" spc="-229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&amp;</a:t>
            </a:r>
            <a:r>
              <a:rPr sz="2750" spc="-2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Expansion </a:t>
            </a:r>
            <a:r>
              <a:rPr sz="2750" spc="-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Future</a:t>
            </a:r>
            <a:r>
              <a:rPr sz="2750" spc="-2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Impact </a:t>
            </a:r>
            <a:r>
              <a:rPr sz="2750" spc="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Conclusion</a:t>
            </a:r>
            <a:endParaRPr sz="275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3800" y="1628775"/>
            <a:ext cx="3981449" cy="43719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943</Words>
  <Application>WPS Presentation</Application>
  <PresentationFormat>On-screen Show 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Trebuchet MS</vt:lpstr>
      <vt:lpstr>Verdana</vt:lpstr>
      <vt:lpstr>Microsoft YaHei</vt:lpstr>
      <vt:lpstr>Arial Unicode MS</vt:lpstr>
      <vt:lpstr>Calibri</vt:lpstr>
      <vt:lpstr>Office Theme</vt:lpstr>
      <vt:lpstr>Vibeathon 6.0 (Vibecoding Hackathon) – July 2026</vt:lpstr>
      <vt:lpstr>CURRENT PROBLEM</vt:lpstr>
      <vt:lpstr>Proposed Solution</vt:lpstr>
      <vt:lpstr>TECHNICAL APPROACH</vt:lpstr>
      <vt:lpstr>Use Cases G Impact</vt:lpstr>
      <vt:lpstr>Future Scope &amp; 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Vibeathon 6.0 (Vibecoding Hackathon) – July 2026</dc:title>
  <dc:creator>Lee Sec</dc:creator>
  <cp:keywords>DAHQjN5IPOU,BAHIPLeaaAA</cp:keywords>
  <cp:lastModifiedBy>MANDAPALLI DEVA SAI NANDINI</cp:lastModifiedBy>
  <cp:revision>6</cp:revision>
  <dcterms:created xsi:type="dcterms:W3CDTF">2026-07-27T04:32:00Z</dcterms:created>
  <dcterms:modified xsi:type="dcterms:W3CDTF">2026-07-27T04:35:42Z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2026-07-27T16:30:00Z</vt:filetime>
  </property>
  <property fmtid="{D5CDD505-2E9C-101B-9397-08002B2CF9AE}" pid="4" name="Creator">
    <vt:lpwstr>Canva</vt:lpwstr>
  </property>
  <property fmtid="{D5CDD505-2E9C-101B-9397-08002B2CF9AE}" pid="5" name="LastSaved">
    <vt:filetime>2026-07-27T16:30:00Z</vt:filetime>
  </property>
  <property fmtid="{D5CDD505-2E9C-101B-9397-08002B2CF9AE}" pid="6" name="Producer">
    <vt:lpwstr>Canva</vt:lpwstr>
  </property>
  <property fmtid="{D5CDD505-2E9C-101B-9397-08002B2CF9AE}" pid="7" name="ICV">
    <vt:lpwstr>44537F3519F14E1DB72381EB7E4BE5DD_12</vt:lpwstr>
  </property>
  <property fmtid="{D5CDD505-2E9C-101B-9397-08002B2CF9AE}" pid="8" name="KSOProductBuildVer">
    <vt:lpwstr>1033-12.1.0.27458</vt:lpwstr>
  </property>
</Properties>
</file>